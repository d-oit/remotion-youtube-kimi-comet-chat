
<file path=[Content_Types].xml><?xml version="1.0" encoding="utf-8"?>
<Types xmlns="http://schemas.openxmlformats.org/package/2006/content-types">
  <Default Extension="6849456" ContentType="image/6849456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16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6849456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3160440"/>
            <a:ext cx="762000" cy="38100"/>
          </a:xfrm>
          <a:prstGeom prst="rect">
            <a:avLst/>
          </a:prstGeom>
          <a:solidFill>
            <a:srgbClr val="00FF8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https://avatars.githubusercontent.com/u/6849456?v=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0" y="912540"/>
            <a:ext cx="952500" cy="952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63203" y="3427140"/>
            <a:ext cx="461759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A0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KIMI $0.99 NEGOTIATION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46410" y="3990975"/>
            <a:ext cx="745110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6B7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THE HOW | COMET AUTO-NEGOTIATES | RESULT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067" y="387158"/>
            <a:ext cx="8170333" cy="4502342"/>
          </a:xfrm>
          <a:prstGeom prst="rect">
            <a:avLst/>
          </a:prstGeom>
          <a:solidFill>
            <a:srgbClr val="050710"/>
          </a:solidFill>
          <a:ln w="9525">
            <a:solidFill>
              <a:srgbClr val="333333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1010" y="697294"/>
            <a:ext cx="2299462" cy="13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6B7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Copy &amp; paste into Kimi chat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21010" y="1085884"/>
            <a:ext cx="1903024" cy="13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A0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the sale page at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21010" y="1280179"/>
            <a:ext cx="2695975" cy="13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A0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https://www.kimi.com/kimiplus/sale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21010" y="1668769"/>
            <a:ext cx="3330291" cy="13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A0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...and help me reach the lowest legitimate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21010" y="1863064"/>
            <a:ext cx="2299462" cy="13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A0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first-month price. Summarize: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21010" y="2251655"/>
            <a:ext cx="3488851" cy="13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(1) what "first-month price runs on my mood"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21010" y="2445950"/>
            <a:ext cx="1665146" cy="13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means for negotiation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21010" y="2834540"/>
            <a:ext cx="3568169" cy="13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(2) stated constraints (e.g., "checkout price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21010" y="3028835"/>
            <a:ext cx="792952" cy="13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final")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21010" y="3417425"/>
            <a:ext cx="3092413" cy="13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(3) rules-compliant ways to reduce cost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21010" y="3806016"/>
            <a:ext cx="2695975" cy="13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(4) exact UI steps for each option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21010" y="4194606"/>
            <a:ext cx="3171655" cy="13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FF00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Then run iterative negotiation script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821010" y="4388901"/>
            <a:ext cx="1268708" cy="13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FF00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aiming for $0.99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3284265"/>
          </a:xfrm>
          <a:prstGeom prst="rect">
            <a:avLst/>
          </a:prstGeom>
          <a:solidFill>
            <a:srgbClr val="050710"/>
          </a:solidFill>
          <a:ln w="9525">
            <a:solidFill>
              <a:srgbClr val="333333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KIMI'S RESPONSE: The Mechanics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1010" y="1456283"/>
            <a:ext cx="3134387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CONSTRAINTS TABLE (from Kimi's response)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821010" y="1797546"/>
            <a:ext cx="1641844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Price Authority: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821010" y="1968178"/>
            <a:ext cx="3283611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6B7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"All discounts subject to (a) activity shown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821010" y="2138809"/>
            <a:ext cx="320899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6B7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order link, (c) actual deducted channel"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21010" y="2480072"/>
            <a:ext cx="1044796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One-Time Only: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821010" y="2650703"/>
            <a:ext cx="2611951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6B7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"Each user ID can enjoy first-month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21010" y="2821335"/>
            <a:ext cx="1716456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6B7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entire activity period"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21010" y="3162598"/>
            <a:ext cx="89557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Stacking: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21010" y="3333229"/>
            <a:ext cx="2611951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6B7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"Cannot combine with other coupons"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821010" y="3674492"/>
            <a:ext cx="1194096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Uniqueness: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821010" y="3845123"/>
            <a:ext cx="29104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6B7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"Each generated discount link can [...]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821010" y="4015755"/>
            <a:ext cx="89557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dirty="0">
                <a:solidFill>
                  <a:srgbClr val="6B7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account"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55219"/>
            <a:ext cx="7924800" cy="1192485"/>
          </a:xfrm>
          <a:prstGeom prst="rect">
            <a:avLst/>
          </a:prstGeom>
          <a:solidFill>
            <a:srgbClr val="1A1F3A"/>
          </a:solidFill>
          <a:ln w="9525">
            <a:solidFill>
              <a:srgbClr val="2D3561"/>
            </a:solidFill>
          </a:ln>
          <a:effectLst>
            <a:outerShdw blurRad="152400" dist="76200" dir="5400000" algn="bl" rotWithShape="0">
              <a:srgbClr val="00FF88">
                <a:alpha val="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76304"/>
            <a:ext cx="7924800" cy="1192485"/>
          </a:xfrm>
          <a:prstGeom prst="rect">
            <a:avLst/>
          </a:prstGeom>
          <a:solidFill>
            <a:srgbClr val="1A1F3A"/>
          </a:solidFill>
          <a:ln w="9525">
            <a:solidFill>
              <a:srgbClr val="2D3561"/>
            </a:solidFill>
          </a:ln>
          <a:effectLst>
            <a:outerShdw blurRad="152400" dist="76200" dir="5400000" algn="bl" rotWithShape="0">
              <a:srgbClr val="00FF88">
                <a:alpha val="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97390"/>
            <a:ext cx="7924800" cy="1192485"/>
          </a:xfrm>
          <a:prstGeom prst="rect">
            <a:avLst/>
          </a:prstGeom>
          <a:solidFill>
            <a:srgbClr val="1A1F3A"/>
          </a:solidFill>
          <a:ln w="9525">
            <a:solidFill>
              <a:srgbClr val="2D3561"/>
            </a:solidFill>
          </a:ln>
          <a:effectLst>
            <a:outerShdw blurRad="152400" dist="76200" dir="5400000" algn="bl" rotWithShape="0">
              <a:srgbClr val="00FF88">
                <a:alpha val="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59038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agent + Kimi chat = automated negotiation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3925" y="969544"/>
            <a:ext cx="7442073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Comet Step 1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923925" y="1341391"/>
            <a:ext cx="7442073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A0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 Kimi sale page. Extract constraint rules from DOM.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23925" y="2390629"/>
            <a:ext cx="7442073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FF00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Kimi Chat Step 2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923925" y="2762476"/>
            <a:ext cx="7442073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A0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Comet asks: "What's my best price under these exact rules?"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23925" y="3811715"/>
            <a:ext cx="7442073" cy="219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Comet Execute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923925" y="4183562"/>
            <a:ext cx="7442073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A0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Auto-fill Kimi checkout. Apply discount link. Confirm $0.99.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1:</a:t>
            </a:r>
            <a:r>
              <a:rPr lang="en-US" sz="1200" dirty="0">
                <a:solidFill>
                  <a:srgbClr val="A0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Paste the exploit prompt into ANY LLM pricing chat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615380"/>
            <a:ext cx="7927848" cy="181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6B7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Get mechanics decoded, constraints extracted, rules mapped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609600" y="1979563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00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2:</a:t>
            </a:r>
            <a:r>
              <a:rPr lang="en-US" sz="1200" dirty="0">
                <a:solidFill>
                  <a:srgbClr val="A0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 Kimi's response to brief Comet browser agent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2345308"/>
            <a:ext cx="7927848" cy="181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6B7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Comet navigates UI, executes steps, triggers negotiation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09600" y="2709490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3:</a:t>
            </a:r>
            <a:r>
              <a:rPr lang="en-US" sz="1200" dirty="0">
                <a:solidFill>
                  <a:srgbClr val="A0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Document the workflow. Create YouTube proof.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3075236"/>
            <a:ext cx="7927848" cy="181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8"/>
              </a:lnSpc>
              <a:buNone/>
            </a:pPr>
            <a:r>
              <a:rPr lang="en-US" sz="1020" dirty="0">
                <a:solidFill>
                  <a:srgbClr val="6B7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Video content becomes leverage for next negotiation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2415555"/>
            <a:ext cx="762000" cy="38100"/>
          </a:xfrm>
          <a:prstGeom prst="rect">
            <a:avLst/>
          </a:prstGeom>
          <a:solidFill>
            <a:srgbClr val="00FF8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18570" y="1531739"/>
            <a:ext cx="510678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RESULT: $0.99/mo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81199" y="2636490"/>
            <a:ext cx="33816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A0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Systematic negotiation works.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Bildschirmpräsentation (16:9)</PresentationFormat>
  <Paragraphs>49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9" baseType="lpstr">
      <vt:lpstr>Arial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Dominik Oswald</cp:lastModifiedBy>
  <cp:revision>2</cp:revision>
  <dcterms:created xsi:type="dcterms:W3CDTF">2026-01-28T18:48:39Z</dcterms:created>
  <dcterms:modified xsi:type="dcterms:W3CDTF">2026-01-29T13:20:56Z</dcterms:modified>
</cp:coreProperties>
</file>